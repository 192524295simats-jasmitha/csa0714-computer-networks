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6" r:id="rId1"/>
  </p:sldMasterIdLst>
  <p:sldIdLst>
    <p:sldId id="270" r:id="rId2"/>
    <p:sldId id="271" r:id="rId3"/>
    <p:sldId id="272" r:id="rId4"/>
    <p:sldId id="274" r:id="rId5"/>
    <p:sldId id="278" r:id="rId6"/>
    <p:sldId id="28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380B50-0083-4C40-AE22-61824E963090}" v="8" dt="2026-07-15T04:27:20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9BE3-4531-5AD4-7649-CC15B1D42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667CFA-D7E4-A50A-74B7-649F8CDB6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9FF01-EBC8-BE6A-F32B-C294928D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65494-982A-3B6E-24F5-6DF482CF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76B2E-46AB-565E-96E0-7F66BFE6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64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1DE6-7CC7-80A1-3C1F-9D3B9E3F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25C7-AAE8-93CA-8742-32B8109E0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03FCC-6BD4-BC5C-3FB1-D227099E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15180-A720-7A2E-0E96-6E028065D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94F0D-1795-F514-F4D6-56FA8D0D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718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573DD-3420-6678-07E1-8FCB3173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A7DA3-4E98-157E-E951-BB0DD4806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D0C53-9801-EFD5-C7AD-F53FBB0FC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8EF46-69DB-A423-497E-917A9687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980C3-5D30-E5A0-66DA-BB57832B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68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27DB-1ACB-B1CE-5DA1-880756B6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28830-D575-5994-D555-ED8B8BFED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0B781-5554-18FE-3B35-5A24A400C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7FB19-61BB-47EB-A4DE-20B5314E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E1B65-0337-D2E1-281B-D404D278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42435-2DC9-D19C-BE8F-A76249C6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97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BB3C-C5C0-6FEC-490D-53C138D3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0D8E4-A210-2870-E0D8-CCBE14B2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C3B9C-41F2-DC2D-1232-C1157EF1F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20704-8CBB-5685-FC96-071656FB07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D4E4C-8F00-6155-BC02-41B7B4D492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45F155-134C-C1DE-393E-E1BF522A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FEBD8-B42C-FBCC-628E-917E7AC48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F76DA4-4220-A088-430B-EB0264162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94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4B22-3BDD-DA15-A1DA-3D3D0377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30B750-9B1B-67D6-A1BD-544469B29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BC29C-ED2A-0FAB-F502-4DF7FA477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DE541-FBDA-89CB-96BA-891A347C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81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F98FF-05BC-F1B9-1A39-B51D4C43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E306A3-56A5-17F9-97F7-C5770E52E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3175A-D89E-719D-3799-50BC3E74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128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89AF-E21D-C115-92C0-1CE1151B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9EFCD-E340-597D-6368-4E0C84A6D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7A096-3C6D-FC77-BC0A-FBAEC8750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EC374-63EE-8893-B178-CDB04FEE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2BE3A-1A5B-E13A-2DCA-7A19283CE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63293-B5CC-6A73-DF88-3C37BF5E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00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B5D8-CC22-FD7C-4DDA-B4C3E77AA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E8EF0-872F-F885-2647-E24178B8C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C82EC-6FAB-50ED-CA3D-FF5CBBC7B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59D12-B2D6-6035-C09C-E65AF6891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7EC91-03AE-7F74-8BD1-D53ECB5D2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50754-A00E-6584-4FAC-AEFB4F3A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33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CA0C3-E9D9-C209-D9D9-237C60F1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43FB6-7E58-5827-0F61-7D82D4774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165C1-CF28-55B6-EBE1-BD520C5E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D0ADD-3B74-93E1-A73C-2695102E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A29B8-E6C2-A980-A2FA-F9EF861E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31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D3A21-BAAF-9066-2403-5ECF51E5C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4C30F-0876-EE1E-7389-EB574DA42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9F685-EA79-9E27-4621-0C239235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14E02-7DEB-2DE2-42DC-BC72DD9A3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0D22E-494C-D04C-0629-7CCA4249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841B27-5D53-7C71-EFFD-8D64786B7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5381B-6966-66C3-C742-7596C5494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F0225-2167-C211-9CC5-C26BBD6D9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41116-A31F-A8C3-3FA0-61CC04C0C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56C01-2514-F2A2-9A02-79ADC14CC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60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FDD9-1F76-394B-9848-84DC0EF51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372" y="501841"/>
            <a:ext cx="10466437" cy="2098226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THROUGH THE OSI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E8AB3-7AA7-F7E4-CD93-0A916BB5A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799" y="2857500"/>
            <a:ext cx="10058400" cy="114300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CSA0714-COMPUTER NETWORKS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D393D-C7C3-CE81-0069-4494EE4C8F05}"/>
              </a:ext>
            </a:extLst>
          </p:cNvPr>
          <p:cNvSpPr txBox="1"/>
          <p:nvPr/>
        </p:nvSpPr>
        <p:spPr>
          <a:xfrm>
            <a:off x="9152445" y="4406613"/>
            <a:ext cx="2247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DR.P.JESU JAYARIN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DB684-3333-4F62-F125-8C01081E7D5E}"/>
              </a:ext>
            </a:extLst>
          </p:cNvPr>
          <p:cNvSpPr txBox="1"/>
          <p:nvPr/>
        </p:nvSpPr>
        <p:spPr>
          <a:xfrm>
            <a:off x="288031" y="4406613"/>
            <a:ext cx="3234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JASMITHA R(192524295)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BD521E85-D12F-5874-C3FA-4E650C215D5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2" y="158290"/>
            <a:ext cx="10618839" cy="1143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42E3A2-8B27-9D13-E032-55C3CF1B705E}"/>
              </a:ext>
            </a:extLst>
          </p:cNvPr>
          <p:cNvSpPr/>
          <p:nvPr/>
        </p:nvSpPr>
        <p:spPr>
          <a:xfrm rot="5400000">
            <a:off x="5670753" y="336757"/>
            <a:ext cx="850492" cy="1219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113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5BE0E-17C0-CF0D-D50A-CFE4FF55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065" y="52244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BDA449-515B-73C9-844D-3AE65C2D8A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5100" y="2511901"/>
            <a:ext cx="10642435" cy="1133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F7215B-640A-0E39-2139-5A1A80C4E309}"/>
              </a:ext>
            </a:extLst>
          </p:cNvPr>
          <p:cNvSpPr/>
          <p:nvPr/>
        </p:nvSpPr>
        <p:spPr>
          <a:xfrm>
            <a:off x="0" y="0"/>
            <a:ext cx="727587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A400B-197F-4DE2-8C7D-8EEF133E144F}"/>
              </a:ext>
            </a:extLst>
          </p:cNvPr>
          <p:cNvSpPr txBox="1"/>
          <p:nvPr/>
        </p:nvSpPr>
        <p:spPr>
          <a:xfrm>
            <a:off x="1225100" y="1759974"/>
            <a:ext cx="100328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connects devices and cloud services over the internet.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secure communication and resource sharing.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Architecture helps explain how data travels across a network.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use OSI layers for reliable data transmission.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13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8ACA-7737-F4F1-3C3A-168C1244B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9421"/>
            <a:ext cx="10515600" cy="1325563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Architecture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5675B7-F5AD-3CA5-13CE-818677221F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3766" y="2024984"/>
            <a:ext cx="105156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 – Transmits data as signals.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Layer – Error detection and MAC addressing.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 – Routing and IP addressing.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– Reliable data delivery (TCP/UDP).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Layer – Manages communication sessions.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 – Data encryption and formatting.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– User services like HTTP, FTP, and DNS.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3812B7-BACB-0958-EB0E-F7B061D9C39E}"/>
              </a:ext>
            </a:extLst>
          </p:cNvPr>
          <p:cNvSpPr/>
          <p:nvPr/>
        </p:nvSpPr>
        <p:spPr>
          <a:xfrm>
            <a:off x="0" y="0"/>
            <a:ext cx="727587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7190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3B9CD-F338-3DB9-7BF3-CD159A1FF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60109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USING OSI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98CBA-9C9C-10B0-F6C9-F0E06F09D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160" y="1905563"/>
            <a:ext cx="10999839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 Cloud applications(email,google drive,SaaS).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LAYER: TCP/UDP ensures reliable communication.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IP routing connects cloud resources.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LAYER: Transfer data through switches , routers and cables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C32AB-B5CC-1EFE-C490-3AE218FBBD06}"/>
              </a:ext>
            </a:extLst>
          </p:cNvPr>
          <p:cNvSpPr/>
          <p:nvPr/>
        </p:nvSpPr>
        <p:spPr>
          <a:xfrm>
            <a:off x="0" y="0"/>
            <a:ext cx="727587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152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CC8E-6E21-5280-6107-C84727261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S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8E770-5C14-3C59-11FC-8054D6D01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181" y="1815793"/>
            <a:ext cx="11432458" cy="435133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Architecture provides a structured model for cloud networking.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performs a specific networking function.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 depend on OSI principles for secure and reliable communication.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OSI helps in designing and managing cloud networks effectively.</a:t>
            </a:r>
            <a:endParaRPr lang="en-S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D23794-A47B-1683-739E-D502EB98B352}"/>
              </a:ext>
            </a:extLst>
          </p:cNvPr>
          <p:cNvSpPr/>
          <p:nvPr/>
        </p:nvSpPr>
        <p:spPr>
          <a:xfrm>
            <a:off x="0" y="0"/>
            <a:ext cx="727587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1871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84F6FF-EC3D-3CD5-E694-D158FDAA12A1}"/>
              </a:ext>
            </a:extLst>
          </p:cNvPr>
          <p:cNvSpPr txBox="1"/>
          <p:nvPr/>
        </p:nvSpPr>
        <p:spPr>
          <a:xfrm>
            <a:off x="2458065" y="2330245"/>
            <a:ext cx="75020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SG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52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1147</TotalTime>
  <Words>223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Wingdings</vt:lpstr>
      <vt:lpstr>Office Theme</vt:lpstr>
      <vt:lpstr>CLOUD NETWORKING THROUGH THE OSI ARCHITECTURE</vt:lpstr>
      <vt:lpstr>INTRODUCTION</vt:lpstr>
      <vt:lpstr>OSI Architecture</vt:lpstr>
      <vt:lpstr>CLOUD NETWORKING USING OSI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jenifer rathi</dc:creator>
  <cp:lastModifiedBy>jasmitha R</cp:lastModifiedBy>
  <cp:revision>12</cp:revision>
  <dcterms:created xsi:type="dcterms:W3CDTF">2026-03-13T15:49:35Z</dcterms:created>
  <dcterms:modified xsi:type="dcterms:W3CDTF">2026-07-15T04:39:22Z</dcterms:modified>
</cp:coreProperties>
</file>